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 angka yang perlu disebut lisan dengan tegas: exit-ticket P2 NOL posting (dua minggu berturut-turut), dan Tugas 1 baru 6 dari 22 padahal tinggal 6 hari. Jangan menyalahkan - sampaikan sebagai fakta plus tawaran bantuan. Forum P1 menunjukkan mereka MAU posting kalau tahu dinilai; ulangi info itu.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Satu slide khusus supaya tidak lewat begitu saja. Tawarkan: 10 menit di akhir kelas untuk yang mau tanya Tugas 1 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dua hal: (1) Dico dapat 90 di forum DAN di Tugas 1 - konsisten, itu pola yang ingin dilihat; (2) nilai 60-78 di Tugas 1 punya catatan revisi konkret di kolom komentar tugas - tunjukkan CARA melihat komentar itu di layar, karena mereka jarang membukanya. Exit-ticket P2 kolomnya kosong semua karena nol posting - jangan biarkan begitu lagi minggu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Sambungkan langsung ke LKS P2 Titanic yang sudah mereka kerjakan. Tanya: di notebook P2 kemarin, kolom Sex dan Embarked Anda apakan? Sebagian pasti membuangnya. Itulah yang kita perbaiki hari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Ingatkan: buka LKS di Colab lalu File &gt; Save a copy in Drive dulu. Kalau langsung diedit, pekerjaannya tidak tersimpan.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 kuis K1 modul ada di sini: OrdinalEncoder lebih tepat kalau ada urutan alamiah. Tekankan drop='if_binary' - tanpa itu kolom Sex jadi dua kolom yang saling melengkapi sempurna (redundan).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pintu masuk ke konsep leakage. Banyak mahasiswa membersihkan data di awal notebook sebelum split - dan itu sudah salah sejak awal.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 kuis K3: target encoding 'mengintip' target; mitigasinya out-of-fold/cross-fitting atau smoothing. Di modul ini statusnya OPSIONAL - katakan: kalau belum nyaman, lewati saja, jangan dipaksakan.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Jawaban: (1) mengklaim S &lt; C &lt; Q, urutan yang tidak bermakna - dan model linear akan memperlakukan jarak Q-S dua kali jarak C-S. (2) tiga kolom. (3) satu kolom sudah cukup; dua kolom saling redundan sempurna (multikolinearitas), karena itu drop='if_binary'.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selector: kalau kolomnya ditulis manual, fitur turunan yang dibuat nanti tidak akan ikut diproses dan mereka akan bingung kenapa tidak ada efeknya.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Ulangi persis kalimat modul. Ini akan jadi soal exit-ticket dan juga bagian dari rubrik reproducibility 10 poin.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Bahas FarePerPerson agak lama. Ini contoh terbaik 'feature thinking': Fare mentah membuat keluarga besar tampak kaya. Setelah dibagi jumlah orang, sinyal kelas ekonominya baru benar. Itulah berpikir tentang fitur, bukan sekadar membuat fitur.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Tanya kelas: kenapa AgeBin harus dihitung di fit, tapi FamilySize boleh di transform? Jawaban: AgeBin butuh kuantil (statistik dari data); FamilySize cuma penjumlahan baris itu sendiri. Itu pembeda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Tunjukkan: kalau FeatureMaker dijalankan manual di luar pipeline, cross_validate akan memberi skor optimistis karena AgeBin sudah 'melihat' seluruh data. Ini jebakan paling halus di modul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'sisanya identik'. Kalau baseline pakai seed lain atau split lain, selisihnya tidak berarti apa-apa. Ini latihan pertama mereka soal kontrol eksperimen - yang akan dipakai terus sampai proyek 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Pesan sikap ilmiah. Banyak mahasiswa memoles angka supaya 'berhasil'. Katakan terang-terangan: saya lebih menghargai ablation yang jujur daripada angka yang bagus tanpa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bonus maksimal 5 poin: out-of-fold target encoding, ATAU perbandingan waktu latih &amp; ukuran fitur OHE vs ORD. Bonus untuk yang sudah selesai, bukan pengganti bagian wajib.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eksplisit: dua minggu beruntun exit-ticket nol posting (P1 sembilan orang posting saat tahu dinilai). Beri waktu 5 menit DI KELAS untuk mengisi sebelum keluar - jangan dijadikan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drive/folders/1h8QxqSRIxa9xzKc6Xn0qquVJtCtDNF2o" TargetMode="External"/><Relationship Id="rId3" Type="http://schemas.openxmlformats.org/officeDocument/2006/relationships/hyperlink" Target="https://drive.google.com/file/d/1zW1Fb1fArK6eX3a6co9wIS1Fg-0pj_YC/view" TargetMode="External"/><Relationship Id="rId4" Type="http://schemas.openxmlformats.org/officeDocument/2006/relationships/hyperlink" Target="https://colab.research.google.com/drive/1tCPukd9SPQF_mnh0kOKs5xEI_t6GGIcO" TargetMode="External"/><Relationship Id="rId5" Type="http://schemas.openxmlformats.org/officeDocument/2006/relationships/hyperlink" Target="https://drive.google.com/file/d/1KWxNCCKsQHeBM9Juo9b8FTji-b1sCS03/view" TargetMode="External"/><Relationship Id="rId6" Type="http://schemas.openxmlformats.org/officeDocument/2006/relationships/hyperlink" Target="https://ebelajar.stiki.ac.id/mod/assign/view.php?id=491680" TargetMode="External"/><Relationship Id="rId7" Type="http://schemas.openxmlformats.org/officeDocument/2006/relationships/hyperlink" Target="https://ebelajar.stiki.ac.id/mod/forum/view.php?id=49167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3 - PEMBELAJARAN MESIN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Encoding &amp; Feature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Dari kategori jadi angka - dan dari kolom mentah jadi fitur yang benar-benar berbicara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IF24KB53  ·  Kelas A (Reguler) · Senin 13.00-15.30 · A.2.1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Laporan feedback - Minggu 2 (14-20 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Angka ini dibaca langsung dari eBelajar pagi ini, bukan perkiraan.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828"/>
                <a:gridCol w="7456932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Yang saya periksa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Hasil per 21 September pagi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Forum P1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9 dari 9 posting sudah dibalas dan dinilai 80-90 - nilainya sudah ada di gradebook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Exit-ticket P2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0 posting dari 22. Forum masih terbuka dan masih dinilai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Terkumpul 6 dari 22 - keenamnya sudah saya nilai dengan catatan revisi. Tenggat Minggu 27 Sep 23.55, sisa 6 hari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Perkenalan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1 dari 22 (Faiz). Sudah dibalas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Blokir kumpul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Sudah dibuka 15 Sep (setelan warisan 2025). Kalau masih gagal, lapor hari ini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B32D2D"/>
                </a:solidFill>
              </a:defRPr>
            </a:pPr>
            <a:r>
              <a:t>Tugas 1: 6 dari 22.</a:t>
            </a:r>
            <a:br/>
            <a:r>
              <a:t>Enam hari lagi.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Enam yang sudah mengumpulkan menerima nilai plus catatan revisi di kolom komentar tugas (boleh perbaiki sampai tenggat). Sisanya: Tugas 1 adalah praktek preprocessing - materi P1 dan P2 yang sudah kita kerjakan bersama. Kalau macet di satu langkah, tulis di forum Diskusi Umum hari ini juga; jangan menunggu tanggal 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Tabulasi nilai s.d. pagi ini (21 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Sumber: rating forum + grade Tugas 1 di eBelajar, dibaca pagi ini. Perkenalan: Faiz 85 (satu-satunya). Kosong = belum ada aktivitas - semuanya masih bisa dikejar sebelum tenggat 27 Sep.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3557"/>
                <a:gridCol w="2130552"/>
                <a:gridCol w="2130552"/>
                <a:gridCol w="2308098"/>
              </a:tblGrid>
              <a:tr h="38072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Mahasiswa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Forum P1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Exit P2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Dico Havianto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Deswiryawan Saragih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Farrel Adhipratama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Adinda Aprilia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Benedictus Kevin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Faiz Ramadhan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Fattih Kuwaka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Norbertus Bimantya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072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Hendy Utomo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07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Much. Nashrulloh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Alur 150 menit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Angka = menit. Modul mandiri versinya 3-4 jam; hari ini kita kerjakan inti yang paling mudah salah kalau dikerjakan sendirian.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Hook</a:t>
            </a:r>
            <a:r>
              <a:rPr sz="2200">
                <a:solidFill>
                  <a:srgbClr val="1A1F2B"/>
                </a:solidFill>
              </a:rPr>
              <a:t> - satu kolom kategori, tiga cara menyandikan, tiga hasil berbeda · 10'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Mini-lecture</a:t>
            </a:r>
            <a:r>
              <a:rPr sz="2200">
                <a:solidFill>
                  <a:srgbClr val="1A1F2B"/>
                </a:solidFill>
              </a:rPr>
              <a:t> - One-Hot vs Ordinal, kategori langka, dan bahaya target encoding · 30'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Praktikum 1</a:t>
            </a:r>
            <a:r>
              <a:rPr sz="2200">
                <a:solidFill>
                  <a:srgbClr val="1A1F2B"/>
                </a:solidFill>
              </a:rPr>
              <a:t> - encoding di dalam Pipeline/ColumnTransformer (anti-leakage) · 35'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Praktikum 2</a:t>
            </a:r>
            <a:r>
              <a:rPr sz="2200">
                <a:solidFill>
                  <a:srgbClr val="1A1F2B"/>
                </a:solidFill>
              </a:rPr>
              <a:t> - Feature Thinking: bikin fitur turunan lewat custom transformer · 40'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Ablation</a:t>
            </a:r>
            <a:r>
              <a:rPr sz="2200">
                <a:solidFill>
                  <a:srgbClr val="1A1F2B"/>
                </a:solidFill>
              </a:rPr>
              <a:t> - tanpa fitur baru vs dengan fitur baru, baca tabelnya · 25'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Rangkuman</a:t>
            </a:r>
            <a:r>
              <a:rPr sz="2200">
                <a:solidFill>
                  <a:srgbClr val="1A1F2B"/>
                </a:solidFill>
              </a:rPr>
              <a:t> + penugasan + exit-ticket · 10'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Bahasa rahasia</a:t>
            </a:r>
            <a:br/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Judul video pembuka di Drive - dan pertanyaan yang belum terjawab sejak Pertemuan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Model tidak bisa membaca</a:t>
            </a:r>
            <a:br/>
            <a:r>
              <a:t>"male", "female", "Cherbourg".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Di Pertemuan 2 kita sudah rapikan nilai hilang dan skala. Tapi seluruh kolom kategori masih kita hindari. Hari ini kita hadapi - dan kita akan lihat bahwa CARA menyandikannya mengubah performa model, kadang lebih besar daripada mengganti modelnya.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Capaian pertemuan ini (5 tujuan modul mandiri 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Kelimanya dinilai di rubrik 100 poin: encoding 25 · feature engineering 25 · evaluasi &amp; ablation 25 · analisis 15 · reproducibility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Menjelaskan tujuan dan perbedaan </a:t>
            </a:r>
            <a:r>
              <a:rPr sz="2000" b="1">
                <a:solidFill>
                  <a:srgbClr val="102545"/>
                </a:solidFill>
              </a:rPr>
              <a:t>One-Hot vs Ordinal Encoding</a:t>
            </a:r>
            <a:r>
              <a:rPr sz="2000">
                <a:solidFill>
                  <a:srgbClr val="1A1F2B"/>
                </a:solidFill>
              </a:rPr>
              <a:t>, serta risiko </a:t>
            </a:r>
            <a:r>
              <a:rPr sz="2000" b="1">
                <a:solidFill>
                  <a:srgbClr val="102545"/>
                </a:solidFill>
              </a:rPr>
              <a:t>target encoding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Melakukan encoding kategorikal </a:t>
            </a:r>
            <a:r>
              <a:rPr sz="2000" b="1">
                <a:solidFill>
                  <a:srgbClr val="102545"/>
                </a:solidFill>
              </a:rPr>
              <a:t>di dalam Pipeline/ColumnTransformer</a:t>
            </a:r>
            <a:r>
              <a:rPr sz="2000">
                <a:solidFill>
                  <a:srgbClr val="1A1F2B"/>
                </a:solidFill>
              </a:rPr>
              <a:t> untuk mencegah data leakage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Merancang </a:t>
            </a:r>
            <a:r>
              <a:rPr sz="2000" b="1">
                <a:solidFill>
                  <a:srgbClr val="102545"/>
                </a:solidFill>
              </a:rPr>
              <a:t>&gt;=2 fitur turunan</a:t>
            </a:r>
            <a:r>
              <a:rPr sz="2000">
                <a:solidFill>
                  <a:srgbClr val="1A1F2B"/>
                </a:solidFill>
              </a:rPr>
              <a:t> (FamilySize, FarePerPerson, AgeBin, IsAlone, interaksi) dan menjelaskan rasionalnya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Mengevaluasi dampak encoding dan fitur turunan pada </a:t>
            </a:r>
            <a:r>
              <a:rPr sz="2000" b="1">
                <a:solidFill>
                  <a:srgbClr val="102545"/>
                </a:solidFill>
              </a:rPr>
              <a:t>model linear (LogReg) vs tree-based (DT/RF)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Menyusun </a:t>
            </a:r>
            <a:r>
              <a:rPr sz="2000" b="1">
                <a:solidFill>
                  <a:srgbClr val="102545"/>
                </a:solidFill>
              </a:rPr>
              <a:t>ablation study</a:t>
            </a:r>
            <a:r>
              <a:rPr sz="2000">
                <a:solidFill>
                  <a:srgbClr val="1A1F2B"/>
                </a:solidFill>
              </a:rPr>
              <a:t> dan mini-report 1 halaman: </a:t>
            </a:r>
            <a:r>
              <a:rPr sz="2000" i="1">
                <a:solidFill>
                  <a:srgbClr val="1A1F2B"/>
                </a:solidFill>
              </a:rPr>
              <a:t>"Tiga Fitur Baru Terbaik"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Bahan belajar mandiri di Drive - pertemuan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Tautan lengkap ada di slide terakhir. eBelajar hanya menautkan - satu salinan tunggal di Drive.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Modul Mandiri P3 (PDF)</a:t>
            </a:r>
            <a:r>
              <a:rPr sz="2200">
                <a:solidFill>
                  <a:srgbClr val="1A1F2B"/>
                </a:solidFill>
              </a:rPr>
              <a:t> - </a:t>
            </a:r>
            <a:r>
              <a:rPr sz="2200" i="1">
                <a:solidFill>
                  <a:srgbClr val="1A1F2B"/>
                </a:solidFill>
              </a:rPr>
              <a:t>Encoding &amp; Feature Thinking</a:t>
            </a:r>
            <a:r>
              <a:rPr sz="2200">
                <a:solidFill>
                  <a:srgbClr val="1A1F2B"/>
                </a:solidFill>
              </a:rPr>
              <a:t>, estimasi 3-4 jam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LKS Colab</a:t>
            </a:r>
            <a:r>
              <a:rPr sz="2200">
                <a:solidFill>
                  <a:srgbClr val="1A1F2B"/>
                </a:solidFill>
              </a:rPr>
              <a:t> - `LKS_P3_Encoding_Feature_Thinking.ipynb`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Video </a:t>
            </a:r>
            <a:r>
              <a:rPr sz="2200" b="1">
                <a:solidFill>
                  <a:srgbClr val="102545"/>
                </a:solidFill>
              </a:rPr>
              <a:t>Menyelami Encoding &amp; Rekayasa Fitur: Kunci Pipeline Anti-Leakage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Video </a:t>
            </a:r>
            <a:r>
              <a:rPr sz="2200" b="1">
                <a:solidFill>
                  <a:srgbClr val="102545"/>
                </a:solidFill>
              </a:rPr>
              <a:t>Bahasa Rahasia Data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Dataset tetap </a:t>
            </a:r>
            <a:r>
              <a:rPr sz="2200" b="1">
                <a:solidFill>
                  <a:srgbClr val="102545"/>
                </a:solidFill>
              </a:rPr>
              <a:t>Titanic</a:t>
            </a:r>
            <a:r>
              <a:rPr sz="2200">
                <a:solidFill>
                  <a:srgbClr val="1A1F2B"/>
                </a:solidFill>
              </a:rPr>
              <a:t> - sengaja sama sejak P2 supaya perbandingan antar pertemuan adil. Alternatif kalau ingin kategori berkardinalitas tinggi: UCI Adult.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Menyandikan kategori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One-Hot, Ordinal, dan satu jebakan bernama target encoding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Dua skema utama - dan kapan memakainya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Contoh ordinal yang sah: tingkat pendidikan SD &lt; SMP &lt; SMA &lt; S1. Contoh yang TIDAK sah: kota keberangkatan.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40"/>
                <a:gridCol w="4261104"/>
                <a:gridCol w="4097215"/>
              </a:tblGrid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One-Hot Encoding (OHE)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Ordinal Encoding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Menghasilkan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Satu kolom biner per kategori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Satu kolom, kategori jadi 0,1,2,3...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Aman untuk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Kategori NOMINAL (tanpa urutan)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Kategori ORDINAL (ada urutan alami)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Bahayanya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Kolom meledak kalau kardinalitas tinggi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Menyiratkan urutan yang tidak ada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Cocok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Linear (LogReg) - butuh representasi tersebar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Tree-based - tahan terhadap penyandian sederhana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Setelan wajib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handle_unknown='ignore', drop='if_binary'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handle_unknown='use_encoded_value'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Kategori langka - masalah yang tidak terlihat sampai model overfit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Modul memakai ambang 2%. Angka itu bukan hukum - laporkan ambang yang Anda pakai dan alasannya.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Kategori dengan proporsi </a:t>
            </a:r>
            <a:r>
              <a:rPr sz="2200" b="1">
                <a:solidFill>
                  <a:srgbClr val="102545"/>
                </a:solidFill>
              </a:rPr>
              <a:t>&lt; 1-3%</a:t>
            </a:r>
            <a:r>
              <a:rPr sz="2200">
                <a:solidFill>
                  <a:srgbClr val="1A1F2B"/>
                </a:solidFill>
              </a:rPr>
              <a:t> sering hanya muncul beberapa baris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Akibatnya: kolom OHE yang hampir seluruhnya nol -&gt; model menghafal, bukan belajar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Penanganan standar: </a:t>
            </a:r>
            <a:r>
              <a:rPr sz="2200" b="1">
                <a:solidFill>
                  <a:srgbClr val="102545"/>
                </a:solidFill>
              </a:rPr>
              <a:t>gabungkan jadi satu kategori `'Other'`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Syarat mutlak:</a:t>
            </a:r>
            <a:r>
              <a:rPr sz="2200">
                <a:solidFill>
                  <a:srgbClr val="1A1F2B"/>
                </a:solidFill>
              </a:rPr>
              <a:t> ambang dan daftar kategori langka ditentukan dari </a:t>
            </a:r>
            <a:r>
              <a:rPr sz="2200" b="1">
                <a:solidFill>
                  <a:srgbClr val="102545"/>
                </a:solidFill>
              </a:rPr>
              <a:t>data latih saja</a:t>
            </a:r>
            <a:r>
              <a:rPr sz="2200">
                <a:solidFill>
                  <a:srgbClr val="1A1F2B"/>
                </a:solidFill>
              </a:rPr>
              <a:t>.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Kalau dihitung dari seluruh data (train+test), informasi test bocor ke model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Karena itu langkah ini harus hidup di dalam </a:t>
            </a:r>
            <a:r>
              <a:rPr sz="1900" b="1">
                <a:solidFill>
                  <a:srgbClr val="102545"/>
                </a:solidFill>
              </a:rPr>
              <a:t>transformer</a:t>
            </a:r>
            <a:r>
              <a:rPr sz="1900">
                <a:solidFill>
                  <a:srgbClr val="5A6372"/>
                </a:solidFill>
              </a:rPr>
              <a:t>, bukan di sel notebook terpisah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B32D2D"/>
                </a:solidFill>
              </a:defRPr>
            </a:pPr>
            <a:r>
              <a:t>Target encoding itu kuat.</a:t>
            </a:r>
            <a:br/>
            <a:r>
              <a:t>Dan paling mudah bikin Anda tertipu.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Menyandikan kategori ke rata-rata target: sangat efektif untuk kardinalitas tinggi. Tapi Anda sedang memasukkan JAWABAN ke dalam fitur. Tanpa out-of-fold encoding di dalam CV, skor validasi Anda akan indah - dan bohong.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Uji cepat 1 - dua menit, tebak dulu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Pada dataset Titanic, kolom `Embarked` punya 3 nilai (S, C, Q):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Kalau disandikan </a:t>
            </a:r>
            <a:r>
              <a:rPr sz="1900" b="1">
                <a:solidFill>
                  <a:srgbClr val="102545"/>
                </a:solidFill>
              </a:rPr>
              <a:t>Ordinal</a:t>
            </a:r>
            <a:r>
              <a:rPr sz="1900">
                <a:solidFill>
                  <a:srgbClr val="5A6372"/>
                </a:solidFill>
              </a:rPr>
              <a:t> jadi 0/1/2, apa yang secara tidak sengaja diklaim ke model?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Kalau disandikan </a:t>
            </a:r>
            <a:r>
              <a:rPr sz="1900" b="1">
                <a:solidFill>
                  <a:srgbClr val="102545"/>
                </a:solidFill>
              </a:rPr>
              <a:t>One-Hot</a:t>
            </a:r>
            <a:r>
              <a:rPr sz="1900">
                <a:solidFill>
                  <a:srgbClr val="5A6372"/>
                </a:solidFill>
              </a:rPr>
              <a:t>, berapa kolom baru yang muncul?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Kolom `Sex` hanya punya 2 nilai. Berapa kolom yang SEHARUSNYA dihasilkan OHE - dan kenapa?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Diskusikan dengan sebelah. Jawaban ketiga adalah alasan `drop='if_binary'` 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2 - PRAKTIKUM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Encoding di dalam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bagian 5.5 - satu-satunya cara yang aman dari leakage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ColumnTransformer: numerik dan kategorikal, jalur terpisah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420624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sklearn.compose import ColumnTransformer, make_column_selector as selector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sklearn.pipeline import Pipeline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sklearn.impute import SimpleImputer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sklearn.preprocessing import OneHotEncoder, StandardScaler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num_sel = selector(dtype_include=['int64', 'float64'])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cat_sel = selector(dtype_include=['object', 'category', 'bool'])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prep_ohe = ColumnTransformer([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('num', Pipeline([('imputer', SimpleImputer(strategy='median')),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            ('scaler',  StandardScaler())]), num_sel),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('cat', Pipeline([('imputer', SimpleImputer(strategy='most_frequent')),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            ('ohe', OneHotEncoder(handle_unknown='ignore',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                                 drop='if_binary'))]), cat_sel),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make_column_selector memilih kolom berdasarkan TIPE - jadi kolom baru hasil feature engineering otomatis ikut terpilih.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Split dulu. Fit belakangan.</a:t>
            </a:r>
            <a:br/>
            <a:r>
              <a:t>Selalu.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Semua impute, scale, dan encode dilakukan SETELAH train_test_split, dan hanya di-fit pada data latih. Jangan pernah fit apa pun pada gabungan train+test. Ini satu kalimat yang memisahkan eksperimen jujur dari angka fiktif.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3 - PRAKTIKUM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Feature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bagian 5.4 - bagian yang paling menentukan hasil, dan paling sedikit diajarkan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Empat fitur turunan Titanic - dan alasan domainnya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Jawaban kuis K4. Perhatikan FarePerPerson - itu contoh fitur yang MEMPERBAIKI kolom yang menyesatkan, bukan sekadar menambah kolom.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098"/>
                <a:gridCol w="2840736"/>
                <a:gridCol w="5503926"/>
              </a:tblGrid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Fitur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Rumus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Kenapa masuk akal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FamilySize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SibSp + Parch + 1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Ukuran rombongan menentukan perilaku evakuasi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IsAlone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FamilySize ==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Penumpang sendirian bergerak beda dari yang menjaga keluarga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FarePerPerson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Fare / FamilySize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Fare adalah harga tiket ROMBONGAN - per orang lebih jujur soal kelas ekonomi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AgeBin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kuantil q1-q4 dari 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Hubungan usia-keselamatan tidak linear (anak &amp; lansia beda)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FeatureMaker - fitur turunan yang tidak bocor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420624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class FeatureMaker(BaseEstimator, TransformerMixin):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def fit(self, X, y=None):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# ambang kategori langka &amp; batas AgeBin ditentukan DI SINI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# -&gt; artinya dari data LATIH saja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q = np.quantile(X['Age'].dropna(), [0, .25, .5, .75, 1.0])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self._age_bins = np.unique(q)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return self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def transform(self, X):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X = X.copy()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X['FamilySize']    = X['SibSp'] + X['Parch'] + 1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X['IsAlone']       = (X['FamilySize'] == 1).astype(int)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X['FarePerPerson'] = X['Fare'] / X['FamilySize'].clip(lower=1)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X['AgeBin'] = pd.cut(X['Age'], bins=self._age_bins,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                   include_lowest=True).astype(str)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return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Kunci desainnya: apa pun yang DIPELAJARI dari data masuk fit(); yang sekadar dihitung ulang masuk transform().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Merangkai semuanya jadi satu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090672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pipe = Pipeline([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('feat',  FeatureMaker()),      # fitur turunan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('prep',  prep_ohe),            # impute + scale + encode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('model', LogisticRegression(max_iter=1000)),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])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cv = StratifiedKFold(n_splits=5, shuffle=True, random_state=42)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scores = cross_validate(pipe, Xtr, ytr, cv=cv,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scoring=['accuracy', 'precision', 'recall', 'f1'])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99431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Satu objek, tiga tahap. Seluruhnya di-fit ulang di setiap fold CV - itulah yang membuat skornya jujur.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Ablation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bagian 5.6 - membuktikan fitur Anda berguna, bukan mengklaimnya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Tabel ablation - minimal 4 baris (2 encoding x 2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Cara membuat baseline: cukup hapus step ('feat', FeatureMaker()) dari pipeline. Sisanya identik - itu syarat perbandingan yang adil.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7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460"/>
                <a:gridCol w="1597914"/>
                <a:gridCol w="1242821"/>
                <a:gridCol w="1242821"/>
                <a:gridCol w="1242821"/>
                <a:gridCol w="3550920"/>
              </a:tblGrid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Encoding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Catatan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OHE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+Fitur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OHE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+FamilySize, +FarePerPerson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ORD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+Fitur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0.xxx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+AgeBin, +IsAlone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Membaca hasilnya dengan jujur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Rubrik menghargai argumen yang benar, bukan angka yang tinggi. Melaporkan fitur yang gagal dengan penjelasan yang baik nilainya penuh.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Kalau </a:t>
            </a:r>
            <a:r>
              <a:rPr sz="2200" b="1">
                <a:solidFill>
                  <a:srgbClr val="102545"/>
                </a:solidFill>
              </a:rPr>
              <a:t>+Fitur</a:t>
            </a:r>
            <a:r>
              <a:rPr sz="2200">
                <a:solidFill>
                  <a:srgbClr val="1A1F2B"/>
                </a:solidFill>
              </a:rPr>
              <a:t> menang tipis (misal 0.812 vs 0.808): itu </a:t>
            </a:r>
            <a:r>
              <a:rPr sz="2200" b="1">
                <a:solidFill>
                  <a:srgbClr val="102545"/>
                </a:solidFill>
              </a:rPr>
              <a:t>belum tentu</a:t>
            </a:r>
            <a:r>
              <a:rPr sz="2200">
                <a:solidFill>
                  <a:srgbClr val="1A1F2B"/>
                </a:solidFill>
              </a:rPr>
              <a:t> perbaikan nyata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lihat simpangan baku antar-fold; kalau +/- 0.03, selisih 0.004 tenggelam di dalam derau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laporkan rata-rata </a:t>
            </a:r>
            <a:r>
              <a:rPr sz="1900" b="1">
                <a:solidFill>
                  <a:srgbClr val="102545"/>
                </a:solidFill>
              </a:rPr>
              <a:t>dan</a:t>
            </a:r>
            <a:r>
              <a:rPr sz="1900">
                <a:solidFill>
                  <a:srgbClr val="5A6372"/>
                </a:solidFill>
              </a:rPr>
              <a:t> simpangannya - modul sudah menyediakan formatnya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Kalau </a:t>
            </a:r>
            <a:r>
              <a:rPr sz="2200" b="1">
                <a:solidFill>
                  <a:srgbClr val="102545"/>
                </a:solidFill>
              </a:rPr>
              <a:t>+Fitur</a:t>
            </a:r>
            <a:r>
              <a:rPr sz="2200">
                <a:solidFill>
                  <a:srgbClr val="1A1F2B"/>
                </a:solidFill>
              </a:rPr>
              <a:t> kalah: itu </a:t>
            </a:r>
            <a:r>
              <a:rPr sz="2200" b="1">
                <a:solidFill>
                  <a:srgbClr val="102545"/>
                </a:solidFill>
              </a:rPr>
              <a:t>hasil yang sah</a:t>
            </a:r>
            <a:r>
              <a:rPr sz="2200">
                <a:solidFill>
                  <a:srgbClr val="1A1F2B"/>
                </a:solidFill>
              </a:rPr>
              <a:t>, bukan kegagalan tugas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tulis kenapa menurut Anda fitur itu tidak menolong - analisis inilah yang dinilai 15 poin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Efek encoding </a:t>
            </a:r>
            <a:r>
              <a:rPr sz="2200" b="1">
                <a:solidFill>
                  <a:srgbClr val="102545"/>
                </a:solidFill>
              </a:rPr>
              <a:t>berbeda</a:t>
            </a:r>
            <a:r>
              <a:rPr sz="2200">
                <a:solidFill>
                  <a:srgbClr val="1A1F2B"/>
                </a:solidFill>
              </a:rPr>
              <a:t> antara LR dan RF - dan itu memang yang diharapkan (kuis K5)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PENUGASAN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Empat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Sesuai bagian 6 modul mandiri P3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Yang dikumpulkan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Penamaan berkas: NIM_Nama_P3_EncodingFeature.ipynb + folder outputs/ berisi gambar + P3_TigaFiturTerbaik.pdf (atau .md)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84"/>
                <a:gridCol w="2840736"/>
                <a:gridCol w="7101840"/>
              </a:tblGrid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Catatan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Notebook rapi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Pendahuluan - diagnostik kategori - encoding - feature engineering - model &amp; evaluasi - ablation - insight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Tabel ablation &gt;=4 baris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Minimal 2 encoding x 2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Tiga visualisasi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(a) confusion matrix terbaik (b) feature importance RF atau koefisien LR (c) perbandingan skor sebelum/sesudah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Mini-report 1 halaman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"Tiga Fitur Baru Terbaik"* - deskripsi, alasan domain, bukti metrik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Rubrik 100 poin - tahu persis di mana nilainya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Bonus maks 5: out-of-fold target encoding, atau perbandingan waktu latih &amp; ukuran fitur OHE vs ORD.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887730"/>
                <a:gridCol w="7101840"/>
              </a:tblGrid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Poin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Yang dicari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Eksperimen encoding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OHE vs ORD + catatan trade-off; handle_unknown disetel benar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Feature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&gt;=2 fitur baru relevan + terintegrasi dalam Pipeline (transformer kustom)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Evaluasi &amp; ablation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Tabel jelas; Accuracy/Precision/Recall/F1; confusion matrix model terbaik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Analisis &amp; insight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Argumen rasional pemilihan fitur/encoding; interpretasi hasil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Reproducibility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Seed disetel; split benar; notebook Run-All tanpa error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Exit-ticket Pertemuan 3 - isi sebelum keluar ruangan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Forum exit-ticket P3 di eBelajar - dinilai skala 0-100 dan langsung masuk gradebook, sama seperti forum P1 yang sudah Anda lihat nilainya.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1.</a:t>
            </a:r>
            <a:r>
              <a:rPr sz="2200">
                <a:solidFill>
                  <a:srgbClr val="1A1F2B"/>
                </a:solidFill>
              </a:rPr>
              <a:t> Satu contoh </a:t>
            </a:r>
            <a:r>
              <a:rPr sz="2200" b="1">
                <a:solidFill>
                  <a:srgbClr val="102545"/>
                </a:solidFill>
              </a:rPr>
              <a:t>leakage</a:t>
            </a:r>
            <a:r>
              <a:rPr sz="2200">
                <a:solidFill>
                  <a:srgbClr val="1A1F2B"/>
                </a:solidFill>
              </a:rPr>
              <a:t> yang berhasil Anda hindari hari ini - sebutkan langkah apa yang tadinya akan Anda lakukan di luar pipeline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2.</a:t>
            </a:r>
            <a:r>
              <a:rPr sz="2200">
                <a:solidFill>
                  <a:srgbClr val="1A1F2B"/>
                </a:solidFill>
              </a:rPr>
              <a:t> Fitur baru </a:t>
            </a:r>
            <a:r>
              <a:rPr sz="2200" b="1">
                <a:solidFill>
                  <a:srgbClr val="102545"/>
                </a:solidFill>
              </a:rPr>
              <a:t>terbaik</a:t>
            </a:r>
            <a:r>
              <a:rPr sz="2200">
                <a:solidFill>
                  <a:srgbClr val="1A1F2B"/>
                </a:solidFill>
              </a:rPr>
              <a:t> Anda: nama fitur, alasan domainnya, dan bukti metrik (angka sebelum vs sesudah)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3.</a:t>
            </a:r>
            <a:r>
              <a:rPr sz="2200">
                <a:solidFill>
                  <a:srgbClr val="1A1F2B"/>
                </a:solidFill>
              </a:rPr>
              <a:t> Satu rencana eksperimen lanjutan untuk </a:t>
            </a:r>
            <a:r>
              <a:rPr sz="2200" b="1">
                <a:solidFill>
                  <a:srgbClr val="102545"/>
                </a:solidFill>
              </a:rPr>
              <a:t>Pertemuan 4</a:t>
            </a:r>
            <a:r>
              <a:rPr sz="2200">
                <a:solidFill>
                  <a:srgbClr val="1A1F2B"/>
                </a:solidFill>
              </a:rPr>
              <a:t> (evaluasi &amp; metrik)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Pratinjau Pertemuan 4 - Evaluasi &amp; Metrik yang Benar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Tabel ablation yang Anda buat hari ini menjadi bahan mentah Pertemuan 4 - jangan dibuang.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Hari ini Anda sudah membandingkan beberapa setting. Pertanyaan berikutnya: </a:t>
            </a:r>
            <a:r>
              <a:rPr sz="2200" b="1">
                <a:solidFill>
                  <a:srgbClr val="102545"/>
                </a:solidFill>
              </a:rPr>
              <a:t>bagaimana tahu perbandingan itu adil?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split, cross-validation, dan kenapa satu angka akurasi hampir selalu menipu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metrik untuk kelas tidak seimbang - dan Titanic memang tidak seimbang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data snooping: cara paling umum menipu diri sendiri tanpa sadar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Bawa tabel ablation Anda minggu depan. Kita akan bongkar mana selisih yang nyata dan mana yang cuma derau.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eBelajar menautkan, Drive menyimpan. Kalau ada tautan yang mati, lapor di forum Diskusi Umum.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Folder Drive Pertemuan 3 (modul, LKS, video)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Modul Mandiri P3 - Encoding &amp; Feature Thinking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LKS Colab - LKS_P3_Encoding_Feature_Thinking.ipynb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Video - Menyelami Encoding &amp; Rekayasa Fitur (anti-leakage)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Tugas 1 - tenggat Minggu 27 Sep 23.55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7"/>
              </a:rPr>
              <a:t>Forum Diskusi Umum - tempat bertanya kalau macet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