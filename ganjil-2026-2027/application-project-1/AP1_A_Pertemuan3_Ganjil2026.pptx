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 lisan: (1) Tugas 1 yang 6 orang itu nilai plus catatannya sudah ada - tunjukkan di layar cara membuka kolom komentar. (2) Tugas 2 nol tapi tenggatnya Minggu - masih sangat bisa dikejar; Tugas 2 itu audit ergonomi wireframe masing-masing + brainstorming ide, bahan ada di modul P2. (3) 4 nama yang belum tercatat: konfirmasi hari ini - atau lanjut sendirian dulu, dua-duanya sah (slide kebijakan menyusul).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Tawarkan 10 menit di akhir kelas untuk tanya Tugas 2 langsung. Ingatkan: Tugas 2 memakai hasil Tugas 1 - yang kemarin dikumpulkan tinggal melanjutkan.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Sebut: (1) Tugas 1 punya catatan revisi konkret per orang - buka komentar tugas di layar, tunjukkan caranya. (2) Daffa 90 karena state empty/error dipikirkan; selisih nilai antar mahasiswa = kelengkapan anotasi dan narasi, BUKAN soal individu vs kelompok - semua tugas AP itu tugas kelompok (baca slide kebijakan). (3) Kolom Exit P2 kosong semua - hari ini wajib beda.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Kelompok = unit proyek semester yang dipamerkan di akhir. Yang belum masuk sheet datang ke depan setelah kelas untuk dikunci. Firmanda/Yudha/Felix/Setya: gabung kelompok yang ada, bentuk sendiri, atau kerjakan sendirian dulu - semua sah.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Bacakan jelas supaya tidak ada salah paham soal Tugas 1: yang kemarin mengumpulkan berkas bersama tidak bersalah; yang mengumpulkan sendiri juga sah. Yang dinilai = kelengkapan anotasi dan narasi. Ferdi &amp; Notopianus: cukup submit berkas kelompok yang sama.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Sisakan 5 menit terakhir untuk exit-ticket - jangan sampai terlewat lagi seperti P2. Tulis 3 pertanyaannya di papan atau tampilkan slide terakhir.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Jembatan dari P1-P2 ke P3. Estetika di sini = kredibilitas produk di mata pengguna pertama kali.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Minta 1-2 mahasiswa buka wireframe Tugas 1 mereka dan hitung gap. Biasanya muncul 11, 15, 25 - itu temuan audit pertama.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Tegaskan: 5 peran ini yang diminta di Tugas 3a. Skala abu-abu bukan hiasan - teks sekunder pakai Gray-600, disabled pakai Gray-400, dst.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Kalau mahasiswa pakai Figma: buat text styles sekali di awal, jangan set ukuran per teks.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Ingatkan Tugas 1: yang menyebut empty/error state mendapat nilai tertinggi. Pola yang sama dinilai lagi di Tugas 3b.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Dikerjakan sekarang 30 menit di kelas. Kelompok yang sudah punya ide proyek langsung pakai konteks proyeknya - palet untuk aplikasi kesehatan beda dengan palet marketplace.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Fidelity MENENGAH: warna dan tipografi nyata, tapi belum perlu foto asli/ilustrasi penuh. Placeholder berwarna solid masih boleh.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Komponen 4 dan 5 paling menentukan nilai: Out-of-Scope membuktikan kelompok berani memilih; risiko yang jujur lebih bernilai daripada keyakinan kosong.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Hubungkan ke Olsen P2: hipotesis nilai + uji paling murah dulu. Proposal = kontrak mini kelompok dengan dosen.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Rubrik ini juga rubrik AUDIT diri: sebelum submit, cek sendiri per baris. Nilai di bawah 70 = tugas diulang per bagian yang lemah.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Kebijakan resmi: tugas AP menuju pameran proyek, jadi semua tugas kelompok - tidak ada hukuman untuk berkas bersama. Ferdi dan Notopianus (dan siapa pun yang belum submit Tugas 1): cukup kirim berkas kelompok yang sama plus catatan anggota.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Buka forumnya di layar sekarang supaya semua tahu di mana menjawab. Sasar minimal satu jawaban per orang hari ini - P2 nol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dengan komitmen waktu: 25' presentasi tiap kelompok 3-4 menit di P4. Kelompok tanpa proposal tetap presentasi dengan apa yang ada - itu bukan hukuman, itu uji paling murah.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belajar.stiki.ac.id/mod/page/view.php?id=503175" TargetMode="External"/><Relationship Id="rId3" Type="http://schemas.openxmlformats.org/officeDocument/2006/relationships/hyperlink" Target="https://drive.google.com/drive/folders/1QScoRtDclfPY3hes3UMmJv3rcj6IrhV3" TargetMode="External"/><Relationship Id="rId4" Type="http://schemas.openxmlformats.org/officeDocument/2006/relationships/hyperlink" Target="https://ebelajar.stiki.ac.id/mod/assign/view.php?id=503174" TargetMode="External"/><Relationship Id="rId5" Type="http://schemas.openxmlformats.org/officeDocument/2006/relationships/hyperlink" Target="https://ebelajar.stiki.ac.id/mod/forum/view.php?id=503173" TargetMode="External"/><Relationship Id="rId6" Type="http://schemas.openxmlformats.org/officeDocument/2006/relationships/hyperlink" Target="https://drive.google.com/open?id=12mbDubq6xxfcrlFEQir4aG4h-ICjM0g2B9EU1IuzJUU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PERTEMUAN 3 - APPLICATION PROJECT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FFFFF"/>
                </a:solidFill>
              </a:defRPr>
            </a:pPr>
            <a:r>
              <a:t>Estetika dalam Desain UI</a:t>
            </a:r>
            <a:br/>
            <a:r>
              <a:t>&amp; Penyusunan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1148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C8D4E6"/>
                </a:solidFill>
              </a:defRPr>
            </a:pPr>
            <a:r>
              <a:t>Dari wireframe polos ke mockup yang konsisten - dan arah proyek dalam 1-2 halaman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76072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8FA3BF"/>
                </a:solidFill>
              </a:defRPr>
            </a:pPr>
            <a:r>
              <a:t>Mukhlis Amien, M.Kom.  ·  IF24KB33  ·  Kelas A  ·  Kamis 13.50-15.30  ·  A.2.1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Laporan feedback - Minggu 3 (17-23 Sep)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Angka dibaca langsung dari eBelajar pagi ini, bukan perkiraan.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6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5828"/>
                <a:gridCol w="7456932"/>
              </a:tblGrid>
              <a:tr h="39319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Yang saya periksa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Hasil per 24 September pagi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Tugas 1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6 dari 24 terkumpul - keenamnya SUDAH dinilai dengan catatan revisi di kolom komentar tugas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Tugas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0 dari 24. Tenggat Minggu 27 Sep pukul 23.55 - sisa 3 hari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Exit-ticket P2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0 posting. Forum terbuka dan tetap dinilai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Perkenalan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5 sudah dibalas dan dinilai 80 (Tyo, Devan, Andrean, Jibril, Marchel)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Kelompok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2545"/>
                          </a:solidFill>
                        </a:defRPr>
                      </a:pPr>
                      <a:r>
                        <a:t>6 kelompok terdaftar di sheet Drive. 4 nama belum tercatat: Firmanda, Yudha, Felix, Setya - kelompok mungkin sudah terbentuk, konfirmasi hari ini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240280"/>
            <a:ext cx="128016" cy="201168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48840"/>
            <a:ext cx="9966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B32D2D"/>
                </a:solidFill>
              </a:defRPr>
            </a:pPr>
            <a:r>
              <a:t>Tugas 2: 0 dari 24.</a:t>
            </a:r>
            <a:br/>
            <a:r>
              <a:t>Tiga hari lagi.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434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5A6372"/>
                </a:solidFill>
              </a:defRPr>
            </a:pPr>
            <a:r>
              <a:t>Tugas 2 = audit ergonomi + aksesibilitas atas wireframe Tugas 1 Anda, plus satu halaman brainstorming ide proyek. Semua bahan ada di modul Pertemuan 2 dan halaman materi di eBelajar. Kalau macet, tulis di forum Diskusi Umum hari ini - jangan menunggu Minggu malam.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Tabulasi nilai s.d. pagi ini (24 Sep)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Sumber: rating forum + grade tugas di eBelajar, pagi ini. Kosong = belum ada aktivitas - semuanya masih bisa dikejar sebelum tenggat.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58" cy="4553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743"/>
                <a:gridCol w="1905371"/>
                <a:gridCol w="1645548"/>
                <a:gridCol w="1645548"/>
                <a:gridCol w="1645548"/>
              </a:tblGrid>
              <a:tr h="379476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Mahasiswa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Perkenalan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Exit P2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Tugas 1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Tugas 2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Daffa M. Ramadhan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02545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Bobby E. A. Kusuma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02545"/>
                          </a:solidFill>
                        </a:defRPr>
                      </a:pPr>
                      <a: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Kirana Y. R. Raharja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02545"/>
                          </a:solidFill>
                        </a:defRPr>
                      </a:pPr>
                      <a:r>
                        <a:t>88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Tekiu Newegalen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02545"/>
                          </a:solidFill>
                        </a:defRPr>
                      </a:pPr>
                      <a:r>
                        <a:t>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Jovan N. F. Zaky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02545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Andrean S. Bagaskara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02545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02545"/>
                          </a:solidFill>
                        </a:defRPr>
                      </a:pPr>
                      <a:r>
                        <a:t>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Devan Aldo Vobiscum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02545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Mukhamad Jibril H.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02545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Marchel Y. Sihombing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02545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Tyo Dzaky Kamaludin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(18 mahasiswa lain)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Pembagian kelompok (sheet Drive, 6 kelompok)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Belum tercatat: Firmanda, Yudha, Felix, Setya - kelompok boleh terbentuk belakangan; yang belum punya kelompok tetap boleh mengerjakan sendirian.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60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3190"/>
                <a:gridCol w="7989570"/>
              </a:tblGrid>
              <a:tr h="389273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Kelompok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Anggota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389273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RAWON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Andrean (ketua), Jovan, Jeremiah, Devan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89273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JOSJIS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Bobby (ketua), Tyo, Geraldy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9273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Es Puter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Rizkia (ketua), Kirana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89273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QWERTY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Daffa (ketua), Marchel, Jibril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9273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KELOMPOK7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Tekiu (ketua), Ferdi, Notopianus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8927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Akatsuki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Feyza (ketua), Shidqi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240280"/>
            <a:ext cx="128016" cy="201168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48840"/>
            <a:ext cx="9966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02545"/>
                </a:solidFill>
              </a:defRPr>
            </a:pPr>
            <a:r>
              <a:t>Kebijakan AP:</a:t>
            </a:r>
            <a:br/>
            <a:r>
              <a:t>semua tugas adalah tugas kelompok.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434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5A6372"/>
                </a:solidFill>
              </a:defRPr>
            </a:pPr>
            <a:r>
              <a:t>Seluruh tugas semester ini adalah potongan satu proyek kelompok yang berakhir di PAMERAN proyek. Yang mengerjakan sendirian juga sah - kelompok boleh terbentuk belakangan. Yang penting: nama kelompok dan seluruh anggota tercatat di berkas dan di sheet.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Alur 100 menit hari 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Modul mandiri versinya 120-150 menit; hari ini kita kerjakan inti yang paling butuh diskusi.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Feedback + kunci kelompok</a:t>
            </a:r>
            <a:r>
              <a:rPr sz="2200">
                <a:solidFill>
                  <a:srgbClr val="1A1F2B"/>
                </a:solidFill>
              </a:rPr>
              <a:t> - tabulasi, Tugas 2, daftar hadir kelompok · 15'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Mini-lecture</a:t>
            </a:r>
            <a:r>
              <a:rPr sz="2200">
                <a:solidFill>
                  <a:srgbClr val="1A1F2B"/>
                </a:solidFill>
              </a:rPr>
              <a:t> - empat alat estetika: komposisi, warna, tipografi, whitespace · 25'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Praktik A</a:t>
            </a:r>
            <a:r>
              <a:rPr sz="2200">
                <a:solidFill>
                  <a:srgbClr val="1A1F2B"/>
                </a:solidFill>
              </a:rPr>
              <a:t> - style guide 1 halaman dari palet kelompok Anda · 30'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Praktik B+C</a:t>
            </a:r>
            <a:r>
              <a:rPr sz="2200">
                <a:solidFill>
                  <a:srgbClr val="1A1F2B"/>
                </a:solidFill>
              </a:rPr>
              <a:t> - mulai mockup 2 layar + draft 7 komponen proposal · 25'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Exit-ticket</a:t>
            </a:r>
            <a:r>
              <a:rPr sz="2200">
                <a:solidFill>
                  <a:srgbClr val="1A1F2B"/>
                </a:solidFill>
              </a:rPr>
              <a:t> - 3 pertanyaan refleksi, jawab sebelum keluar · 5'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1463040" cy="9144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BAGIAN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Estetika = sistem,</a:t>
            </a:r>
            <a:br/>
            <a:r>
              <a:t>bukan selera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95604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8D4E6"/>
                </a:solidFill>
              </a:defRPr>
            </a:pPr>
            <a:r>
              <a:t>Palet 5 peran, type scale, grid 8-point - 10 layar yang terlihat seperti satu produk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240280"/>
            <a:ext cx="128016" cy="201168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48840"/>
            <a:ext cx="9966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02545"/>
                </a:solidFill>
              </a:defRPr>
            </a:pPr>
            <a:r>
              <a:t>Wireframe menjawab "di mana".</a:t>
            </a:r>
            <a:br/>
            <a:r>
              <a:t>Mockup menjawab "apakah ini bisa dipercaya".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434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5A6372"/>
                </a:solidFill>
              </a:defRPr>
            </a:pPr>
            <a:r>
              <a:t>Pertemuan 1-2 Anda membangun struktur. Hari ini kita beri dia kulit yang konsisten: keputusan warna, huruf, dan jarak yang bisa dipertanggungjawabkan - bukan tempelan rasa.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Peta kerja hari 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Urutannya tidak boleh dibalik: mockup tanpa style guide = setiap layar punya selera sendiri.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Audit visual</a:t>
            </a:r>
            <a:r>
              <a:rPr sz="2200">
                <a:solidFill>
                  <a:srgbClr val="1A1F2B"/>
                </a:solidFill>
              </a:rPr>
              <a:t> wireframe P2 dengan kacamata estetika - catat minimal 3 temuan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Style guide 1 halaman</a:t>
            </a:r>
            <a:r>
              <a:rPr sz="2200">
                <a:solidFill>
                  <a:srgbClr val="1A1F2B"/>
                </a:solidFill>
              </a:rPr>
              <a:t> - palet, type scale, komponen + state, aturan spacing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Mockup fidelity menengah, 2 layar</a:t>
            </a:r>
            <a:r>
              <a:rPr sz="2200">
                <a:solidFill>
                  <a:srgbClr val="1A1F2B"/>
                </a:solidFill>
              </a:rPr>
              <a:t> - Beranda + Layar Fitur Inti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Draft proposal 1-2 halaman</a:t>
            </a:r>
            <a:r>
              <a:rPr sz="2200">
                <a:solidFill>
                  <a:srgbClr val="1A1F2B"/>
                </a:solidFill>
              </a:rPr>
              <a:t> - 7 komponen, kerja kelompok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Alat 1 - Komposisi &amp; layout: grid 8-point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Cek cepat wireframe Anda: tandai semua nilai gap - berapa persen yang bukan kelipatan 4/8?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Semua jarak adalah </a:t>
            </a:r>
            <a:r>
              <a:rPr sz="2200" b="1">
                <a:solidFill>
                  <a:srgbClr val="102545"/>
                </a:solidFill>
              </a:rPr>
              <a:t>kelipatan 4/8</a:t>
            </a:r>
            <a:r>
              <a:rPr sz="2200">
                <a:solidFill>
                  <a:srgbClr val="1A1F2B"/>
                </a:solidFill>
              </a:rPr>
              <a:t>: 4, 8, 16, 24, 32 px - tidak ada 13 px atau 21 px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Visual grouping (proximity)</a:t>
            </a:r>
            <a:r>
              <a:rPr sz="2200">
                <a:solidFill>
                  <a:srgbClr val="1A1F2B"/>
                </a:solidFill>
              </a:rPr>
              <a:t> - yang berhubungan didekatkan, yang tidak dipisah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Alignment konsisten</a:t>
            </a:r>
            <a:r>
              <a:rPr sz="2200">
                <a:solidFill>
                  <a:srgbClr val="1A1F2B"/>
                </a:solidFill>
              </a:rPr>
              <a:t> - tepi kiri elemen sejenis segaris; hierarki ditegaskan lewat jarak, bukan kekacauan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Alat 2 - Warna: palet 5 peran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Tambahkan skala abu-abu Gray-50 s.d. Gray-900 untuk teks dan garis bantu. Jaga kontras teks terhadap latar.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59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351"/>
                <a:gridCol w="4040702"/>
                <a:gridCol w="4591706"/>
              </a:tblGrid>
              <a:tr h="39319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Peran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Dipakai untuk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Contoh keputusan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Primary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aksi utama (tombol daftar, CTA)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satu warna saja - jangan dua tombol primer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Secondary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aksi pendukung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outline / versi lebih tenang dari primary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Background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latar halaman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netral, hampir putih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Surface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kartu, panel, navbar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putih di atas background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Accent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sorotan jarang (badge, link aktif)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paling janggal muncul - kalau sering muncul, bukan accent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Alat 3 - Tipografi: type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Skala yang konsisten membuat halaman baru langsung terlihat 'anggota keluarga'.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Tentukan </a:t>
            </a:r>
            <a:r>
              <a:rPr sz="2200" b="1">
                <a:solidFill>
                  <a:srgbClr val="102545"/>
                </a:solidFill>
              </a:rPr>
              <a:t>skala tetap</a:t>
            </a:r>
            <a:r>
              <a:rPr sz="2200">
                <a:solidFill>
                  <a:srgbClr val="1A1F2B"/>
                </a:solidFill>
              </a:rPr>
              <a:t>: H1-H6, Body, Caption - dan pegang itu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Line-height memadai</a:t>
            </a:r>
            <a:r>
              <a:rPr sz="2200">
                <a:solidFill>
                  <a:srgbClr val="1A1F2B"/>
                </a:solidFill>
              </a:rPr>
              <a:t>: body sekitar 1.4-1.6; judul lebih rapat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Maksimal 2 keluarga font</a:t>
            </a:r>
            <a:r>
              <a:rPr sz="2200">
                <a:solidFill>
                  <a:srgbClr val="1A1F2B"/>
                </a:solidFill>
              </a:rPr>
              <a:t> - satu sans-serif untuk UI sudah cukup untuk kelas proyek ini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Ukuran bukan selera: H1 = 32, H2 = 24, Body = 16, Caption = 12-13 adalah titik mulai yang aman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Alat 4 &amp; 5 - Whitespace dan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State adalah bagian yang paling sering hilang di pekerjaan mahasiswa - dan paling murah untuk dipikirkan duluan.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Whitespace mengarahkan perhatian</a:t>
            </a:r>
            <a:r>
              <a:rPr sz="2200">
                <a:solidFill>
                  <a:srgbClr val="1A1F2B"/>
                </a:solidFill>
              </a:rPr>
              <a:t> - halaman padat bukan tanda lengkap; itu tanda prioritas belum diputuskan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Densitas informasi</a:t>
            </a:r>
            <a:r>
              <a:rPr sz="2200">
                <a:solidFill>
                  <a:srgbClr val="1A1F2B"/>
                </a:solidFill>
              </a:rPr>
              <a:t> diatur: satu layar satu tugas utama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Komponen punya state</a:t>
            </a:r>
            <a:r>
              <a:rPr sz="2200">
                <a:solidFill>
                  <a:srgbClr val="1A1F2B"/>
                </a:solidFill>
              </a:rPr>
              <a:t>: default / hover / pressed / disabled - tentukan semuanya sejak style guide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Konsistensi bentuk: radius, border, shadow sama untuk semua kartu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1463040" cy="9144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BAGIAN 2 - PRAKTIK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Style guide</a:t>
            </a:r>
            <a:br/>
            <a:r>
              <a:t>1 halaman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95604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8D4E6"/>
                </a:solidFill>
              </a:defRPr>
            </a:pPr>
            <a:r>
              <a:t>30-40 menit - kontrak visual kelompok Anda sebelum menyentuh mockup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Isi style guide (4 blok, satu halaman)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Output Tugas 3a: StyleGuide_P3.pdf (kelompok; sendirian juga sah).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Palet warna</a:t>
            </a:r>
            <a:r>
              <a:rPr sz="2200">
                <a:solidFill>
                  <a:srgbClr val="1A1F2B"/>
                </a:solidFill>
              </a:rPr>
              <a:t> - 5 swatch + skala abu-abu; tulis FUNGSI tiap warna, bukan hanya kotak warna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Type scale</a:t>
            </a:r>
            <a:r>
              <a:rPr sz="2200">
                <a:solidFill>
                  <a:srgbClr val="1A1F2B"/>
                </a:solidFill>
              </a:rPr>
              <a:t> - H1-H6, Body, Caption + contoh ukuran dan line-height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Komponen inti</a:t>
            </a:r>
            <a:r>
              <a:rPr sz="2200">
                <a:solidFill>
                  <a:srgbClr val="1A1F2B"/>
                </a:solidFill>
              </a:rPr>
              <a:t> - tombol primer/sekunder, input, kartu konten - tampilkan variasi state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Spacing &amp; grid</a:t>
            </a:r>
            <a:r>
              <a:rPr sz="2200">
                <a:solidFill>
                  <a:srgbClr val="1A1F2B"/>
                </a:solidFill>
              </a:rPr>
              <a:t> - tulis aturan 8-point dan satu contoh penerapannya di layout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1463040" cy="9144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BAGIAN 3 - PRAKTIK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Mockup</a:t>
            </a:r>
            <a:br/>
            <a:r>
              <a:t>2 layar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95604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8D4E6"/>
                </a:solidFill>
              </a:defRPr>
            </a:pPr>
            <a:r>
              <a:t>Fidelity menengah - Beranda + Layar Fitur Inti, konsisten dengan style guide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Mockup fidelity menengah - aturan main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Output Tugas 3b (kelompok; sendirian juga sah): Mockup_P3_Home.pdf + Mockup_P3_FiturInti.pdf.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Frame sesuai target</a:t>
            </a:r>
            <a:r>
              <a:rPr sz="2200">
                <a:solidFill>
                  <a:srgbClr val="1A1F2B"/>
                </a:solidFill>
              </a:rPr>
              <a:t>: desktop 1440 atau mobile 390 - pilih satu, jangan campur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Auto Layout</a:t>
            </a:r>
            <a:r>
              <a:rPr sz="2200">
                <a:solidFill>
                  <a:srgbClr val="1A1F2B"/>
                </a:solidFill>
              </a:rPr>
              <a:t> untuk jarak antar elemen - konsisten otomatis, bukan dikejar manual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Components &amp; Variants</a:t>
            </a:r>
            <a:r>
              <a:rPr sz="2200">
                <a:solidFill>
                  <a:srgbClr val="1A1F2B"/>
                </a:solidFill>
              </a:rPr>
              <a:t> untuk tombol/kartu - satu komponen, beberapa state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Cek kontras</a:t>
            </a:r>
            <a:r>
              <a:rPr sz="2200">
                <a:solidFill>
                  <a:srgbClr val="1A1F2B"/>
                </a:solidFill>
              </a:rPr>
              <a:t> teks vs latar; elemen interaktif menonjol tapi tidak berteriak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1463040" cy="9144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BAGIAN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Draft proposal</a:t>
            </a:r>
            <a:br/>
            <a:r>
              <a:t>7 komponen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95604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8D4E6"/>
                </a:solidFill>
              </a:defRPr>
            </a:pPr>
            <a:r>
              <a:t>Kerja kelompok - 1-2 halaman yang memaksa keputusan: apa dibangun, apa tidak, bagaimana tahu berhasil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7 komponen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Output Tugas 3c: AP1_P3_KelompokX_Proposal.pdf - satu berkas per kelompok.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59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4370"/>
                <a:gridCol w="6428389"/>
              </a:tblGrid>
              <a:tr h="38633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Komponen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Isi ringkas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38633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1. Judul &amp; Ringkasan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2-3 kalimat: apa yang dibangun, untuk siapa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8633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2. Masalah &amp; Target Pengguna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persona mini + konteks penggunaan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633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3. Hipotesis Nilai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manfaat utama yang dirasakan pengguna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8633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4. Fitur Inti MVP + Out-of-Scope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3-5 fitur; yang TIDAK dibangun ikut ditulis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633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5. Risiko &amp; Asumsi Kritis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apa yang bisa membuat ini gagal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8633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6. Metrik Keberhasilan Awal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contoh: penyelesaian tugas, waktu interaksi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633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7. Rencana Validasi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siapa diuji, bagaimana, kapan (minggu depan)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240280"/>
            <a:ext cx="128016" cy="201168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2148840"/>
            <a:ext cx="9966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02545"/>
                </a:solidFill>
              </a:defRPr>
            </a:pPr>
            <a:r>
              <a:t>"Kita tidak membangun X"</a:t>
            </a:r>
            <a:br/>
            <a:r>
              <a:t>adalah kalimat paling mahal di proposal.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434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5A6372"/>
                </a:solidFill>
              </a:defRPr>
            </a:pPr>
            <a:r>
              <a:t>Out-of-Scope menjaga 5 minggu ke depan tidak bocor jadi segala-galanya. Metrik keberhasilan membuat minggu depan ada angka untuk dibandingkan, bukan sekadar perasaan.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Rubrik penilaian Tugas 3 (100 poin)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Kerapian &amp; kepatuhan format: nama kelompok dan seluruh anggota tercantum di berkas.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5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16077"/>
                <a:gridCol w="1836682"/>
              </a:tblGrid>
              <a:tr h="389273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Kriteria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Poin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389273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Kualitas Style Guide (lengkap, jelas, dapat diterapkan)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89273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Estetika &amp; Konsistensi Mockup (warna, tipografi, grid, state)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9273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Aksesibilitas &amp; Keterbacaan (kontras, hirarki informasi, densitas)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89273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Kecocokan dengan Tujuan Pengguna (alur dan fokus fitur inti)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9273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F2B"/>
                          </a:solidFill>
                        </a:defRPr>
                      </a:pPr>
                      <a:r>
                        <a:t>Kerapian &amp; Kepatuhan Format (nama berkas, lengkap, tepat waktu)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8927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Lulus tugas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02545"/>
                          </a:solidFill>
                        </a:defRPr>
                      </a:pPr>
                      <a:r>
                        <a:t>minimal 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788920"/>
            <a:ext cx="1463040" cy="91440"/>
          </a:xfrm>
          <a:prstGeom prst="rect">
            <a:avLst/>
          </a:prstGeom>
          <a:solidFill>
            <a:srgbClr val="E6A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A023"/>
                </a:solidFill>
              </a:defRPr>
            </a:pPr>
            <a:r>
              <a:t>PENUGASAN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Tiga deliverable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8D4E6"/>
                </a:solidFill>
              </a:defRPr>
            </a:pPr>
            <a:r>
              <a:t>Tenggat: Minggu, 4 Oktober 2026 pukul 23.55 - satu minggu, tiga berkas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Tugas 3 - apa yang dikumpulkan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Semua bagian = kelompok; yang mengumpulkan sendirian juga sah. Satu set berkas per kelompok.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52757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6531"/>
                <a:gridCol w="2864607"/>
                <a:gridCol w="3938835"/>
                <a:gridCol w="1342784"/>
              </a:tblGrid>
              <a:tr h="40690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Bagian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Siapa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Berkas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Poin rubrik</a:t>
                      </a:r>
                    </a:p>
                  </a:txBody>
                  <a:tcPr anchor="ctr">
                    <a:solidFill>
                      <a:srgbClr val="102545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02545"/>
                          </a:solidFill>
                        </a:defRPr>
                      </a:pPr>
                      <a:r>
                        <a:t>3a - Style Guide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Kelompok (sendirian sah)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StyleGuide_P3.pdf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02545"/>
                          </a:solidFill>
                        </a:defRPr>
                      </a:pPr>
                      <a:r>
                        <a:t>3b - Mockup 2 layar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Kelompok (sendirian sah)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Mockup_P3_Home.pdf + Mockup_P3_FiturInti.pdf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02545"/>
                          </a:solidFill>
                        </a:defRPr>
                      </a:pPr>
                      <a:r>
                        <a:t>3c - Draft Proposal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Kelompok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AP1_P3_KelompokX_Proposal.pdf (1-2 hal)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F2B"/>
                          </a:solidFill>
                        </a:defRPr>
                      </a:pPr>
                      <a:r>
                        <a:t>20+15+10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Refleksi cepat - jawab sebelum keluar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Balas di forum Exit-ticket Pertemuan 3, 2-3 kalimat per nomor - ini bagian dari kehadiran berkualitas.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Keputusan estetika apa yang paling meningkatkan </a:t>
            </a:r>
            <a:r>
              <a:rPr sz="2200" b="1">
                <a:solidFill>
                  <a:srgbClr val="102545"/>
                </a:solidFill>
              </a:rPr>
              <a:t>kejelasan tujuan pengguna</a:t>
            </a:r>
            <a:r>
              <a:rPr sz="2200">
                <a:solidFill>
                  <a:srgbClr val="1A1F2B"/>
                </a:solidFill>
              </a:rPr>
              <a:t>?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Bagian mana dari style guide yang paling membantu </a:t>
            </a:r>
            <a:r>
              <a:rPr sz="2200" b="1">
                <a:solidFill>
                  <a:srgbClr val="102545"/>
                </a:solidFill>
              </a:rPr>
              <a:t>konsistensi</a:t>
            </a:r>
            <a:r>
              <a:rPr sz="2200">
                <a:solidFill>
                  <a:srgbClr val="1A1F2B"/>
                </a:solidFill>
              </a:rPr>
              <a:t> saat membuat mockup?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Risiko/asumsi apa di proposal yang perlu </a:t>
            </a:r>
            <a:r>
              <a:rPr sz="2200" b="1">
                <a:solidFill>
                  <a:srgbClr val="102545"/>
                </a:solidFill>
              </a:rPr>
              <a:t>divalidasi paling awal</a:t>
            </a:r>
            <a:r>
              <a:rPr sz="2200">
                <a:solidFill>
                  <a:srgbClr val="1A1F2B"/>
                </a:solidFill>
              </a:rPr>
              <a:t> - dan bagaimana caranya?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Tautan hari 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5A6372"/>
                </a:solidFill>
              </a:defRPr>
            </a:pPr>
            <a:r>
              <a:t>Semua tautan juga ada di section Pertemuan 3 di eBelajar.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78992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2000" b="1">
                <a:solidFill>
                  <a:srgbClr val="E6A023"/>
                </a:solidFill>
              </a:rPr>
              <a:t>▸  </a:t>
            </a:r>
            <a:r>
              <a:rPr sz="2000" b="1" u="sng">
                <a:hlinkClick r:id="rId2"/>
              </a:rPr>
              <a:t>Halaman materi Pertemuan 3 (eBelajar)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E6A023"/>
                </a:solidFill>
              </a:rPr>
              <a:t>▸  </a:t>
            </a:r>
            <a:r>
              <a:rPr sz="2000" b="1" u="sng">
                <a:hlinkClick r:id="rId3"/>
              </a:rPr>
              <a:t>Modul + slide Pertemuan 3 (Google Drive)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E6A023"/>
                </a:solidFill>
              </a:rPr>
              <a:t>▸  </a:t>
            </a:r>
            <a:r>
              <a:rPr sz="2000" b="1" u="sng">
                <a:hlinkClick r:id="rId4"/>
              </a:rPr>
              <a:t>TUGAS 3: Style Guide, Mockup &amp; Draft Proposal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E6A023"/>
                </a:solidFill>
              </a:rPr>
              <a:t>▸  </a:t>
            </a:r>
            <a:r>
              <a:rPr sz="2000" b="1" u="sng">
                <a:hlinkClick r:id="rId5"/>
              </a:rPr>
              <a:t>Exit-ticket Pertemuan 3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E6A023"/>
                </a:solidFill>
              </a:rPr>
              <a:t>▸  </a:t>
            </a:r>
            <a:r>
              <a:rPr sz="2000" b="1" u="sng">
                <a:hlinkClick r:id="rId6"/>
              </a:rPr>
              <a:t>Sheet kelompok (lengkapi bila belum tercatat)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545"/>
                </a:solidFill>
              </a:defRPr>
            </a:pPr>
            <a:r>
              <a:t>Pratinjau Pertemuan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i="1">
                <a:solidFill>
                  <a:srgbClr val="5A6372"/>
                </a:solidFill>
              </a:defRPr>
            </a:pPr>
            <a:r>
              <a:t>Proposal yang dikumpulkan minggu ini langsung dipakai - bukan dokumen yang dikubur.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Teknologi front-end terkini (Bagian 1)</a:t>
            </a:r>
            <a:r>
              <a:rPr sz="2200">
                <a:solidFill>
                  <a:srgbClr val="1A1F2B"/>
                </a:solidFill>
              </a:rPr>
              <a:t> - pemilihan framework (mis. React/Vue)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Struktur proyek awal</a:t>
            </a:r>
            <a:r>
              <a:rPr sz="2200">
                <a:solidFill>
                  <a:srgbClr val="1A1F2B"/>
                </a:solidFill>
              </a:rPr>
              <a:t> - dari mockup ke kerangka aplikasi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</a:t>
            </a:r>
            <a:r>
              <a:rPr sz="2200" b="1">
                <a:solidFill>
                  <a:srgbClr val="102545"/>
                </a:solidFill>
              </a:rPr>
              <a:t>Presentasi singkat proposal</a:t>
            </a:r>
            <a:r>
              <a:rPr sz="2200">
                <a:solidFill>
                  <a:srgbClr val="1A1F2B"/>
                </a:solidFill>
              </a:rPr>
              <a:t> - tiap kelompok; kelas memberi masukan</a:t>
            </a:r>
          </a:p>
          <a:p>
            <a:pPr>
              <a:spcBef>
                <a:spcPts val="1100"/>
              </a:spcBef>
            </a:pPr>
            <a:r>
              <a:rPr sz="2200">
                <a:solidFill>
                  <a:srgbClr val="1A1F2B"/>
                </a:solidFill>
              </a:rPr>
              <a:t>•  Yang belum menyelesaikan draft proposal: minggu depan sudah mempresentasikan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